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7147-ABE0-7384-624A-360F0D294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F92BE-1CA9-8491-2646-995698746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A4A0-AFD3-6665-EA71-98F9F2B8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90322-118E-D665-AEE5-81F6FE3D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8ECC-385C-C1C5-DEC1-A395240F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95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FB45-313B-07FA-C986-1A70B81A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C2EB8-EEF9-1F5B-D1E3-5BFC430C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740C7-CC55-939E-8D48-08DE1505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BC153-E68B-8BFB-94F1-E30A3873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03FE-0EB1-57DA-DE98-B3B47D1A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820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2A60-B975-5830-E186-FF2C8EA5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3255-8719-55AF-E561-2C19C1CD2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B93BD-FE8B-BC5B-8344-990889E8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41E86-4917-A114-B3A4-E11719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D86CC-3B4D-DDB5-276F-E30CD300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71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D14C-6F8A-DD14-8679-02C6E03E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188E2-5987-0868-9560-3D31EEB9D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5651E-9261-9827-8F72-F52459A6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8AB25-0291-78F4-BD7D-11F69689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A61D2-445E-E080-0902-625ACDE7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1ADF-1854-6929-6329-3733759C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88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A3A7D-E3B1-20A3-41D3-59FD7026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D8B08-28CF-482E-099B-7B63FD09A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1221A-5F82-9807-B428-98BF83E7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0A9DE-A31C-88EC-9A99-1E5D9E65A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E8D68-BFE6-3DC9-073C-1C943DB6E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75BD5-2E04-9F2A-0920-79116E09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FDDB0-5E13-97F1-4EA0-1C4227EA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7718C-3CF0-DC66-18F9-BE072CC6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346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3622-3F23-438C-A08F-E72E311C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C9C35-D590-A3F1-E460-EE7F2637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11857-1E9D-BD5B-FF8A-7DDDFA70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C8575-2F6E-F0F8-69D5-42C1DF16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321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42FDD-238B-3F4D-553B-F7492615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C329D-7130-1D39-C9FE-5C2523F4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B3BF8-BF58-D242-6954-3C80F373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28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2FAD-DCFB-1D79-9BEE-3406C735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4035-D45B-545A-BFBB-B65CE0356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3C878-37C6-4B5A-6171-3F6D66CA7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61A19-4AC8-1F5C-68CA-339B2B3E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E8165-0DB0-335D-78E8-E244F652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FF5EB-AAB6-7522-D30F-393D591D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03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9F0A-4832-395A-7E2F-36D280D6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3FD05A-D6E7-87A4-E5D6-4F665B642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0196E-A7E1-F10B-C08B-73858F3AF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7AB8D-459B-5A36-32A5-FD94015E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EB192-9393-807E-E4D8-109EC731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1E1F3-EEC8-700D-902B-DCD066E9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214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937A-0B68-85FE-080C-20BD0B4F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915E3-0382-33E3-A495-47C1FFB7F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FEE60-96A3-6613-BFFD-AF613F1D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7D7E-759A-7A10-E14B-4DF9CE27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67BD-4970-E5A4-63C7-E18732B1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835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7C5EC-553E-9822-A7BB-B84BC262A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11C6C-7B52-5814-715E-5AED2C859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1881D-9C6F-9A77-9CB0-21F3D4C2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377B2-EF5A-C2CB-8A7C-F1020DAD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884A-7E5B-B1F0-7D79-5CF61C4D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58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DB8CD-93ED-F98C-56FF-4D2E9443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09777-E2C0-2197-9AC4-09B7166C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91B3-8D5F-BE1F-173A-6B796A731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21079-AC98-4906-883D-6F0200C16227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D26F-942F-2A28-E171-8FFD96D8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518EC-3DF4-6BB6-5501-37313B2C4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73410-4519-4910-BE93-D3766A7AB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8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797647-9DE4-C901-6DD5-57F06DE73813}"/>
              </a:ext>
            </a:extLst>
          </p:cNvPr>
          <p:cNvSpPr txBox="1"/>
          <p:nvPr/>
        </p:nvSpPr>
        <p:spPr>
          <a:xfrm>
            <a:off x="1026366" y="1483568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FBBCC-C942-DBA6-ED5E-8DE4D8823F7B}"/>
              </a:ext>
            </a:extLst>
          </p:cNvPr>
          <p:cNvSpPr txBox="1"/>
          <p:nvPr/>
        </p:nvSpPr>
        <p:spPr>
          <a:xfrm>
            <a:off x="1026365" y="275564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0C1F6-8817-F8BD-93EB-1219E6E03FC5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56C51-00DA-E396-D3D9-F0B677A7C588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02CFF9-3DEB-C859-9551-86476F0E6C0E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542D2-0FF8-F13B-B5EC-98B1BF8BA7B7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EAD5A9-E2B7-517E-D1C7-041C2787A02C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B67C6-0512-EA70-C160-5A64E24E661E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B0EE5-2455-17E5-3DC0-C0CCC0BF3692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081C5A-F7D7-B782-60BE-B8391C5BC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140" y="2755641"/>
            <a:ext cx="6007261" cy="4114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2627B2-4AFF-86ED-6593-8D50DFA187A6}"/>
              </a:ext>
            </a:extLst>
          </p:cNvPr>
          <p:cNvSpPr txBox="1"/>
          <p:nvPr/>
        </p:nvSpPr>
        <p:spPr>
          <a:xfrm>
            <a:off x="6629400" y="301752"/>
            <a:ext cx="51297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</a:t>
            </a:r>
            <a:br>
              <a:rPr lang="en-GB" dirty="0"/>
            </a:br>
            <a:r>
              <a:rPr lang="en-GB" dirty="0"/>
              <a:t>In this algorithm the last element gets sorted first progressively.</a:t>
            </a:r>
          </a:p>
          <a:p>
            <a:r>
              <a:rPr lang="en-GB" dirty="0"/>
              <a:t>Outer loop (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th</a:t>
            </a:r>
            <a:r>
              <a:rPr lang="en-GB" dirty="0"/>
              <a:t> loop) starts from 0 and goes till 2</a:t>
            </a:r>
            <a:r>
              <a:rPr lang="en-GB" baseline="30000" dirty="0"/>
              <a:t>nd</a:t>
            </a:r>
            <a:r>
              <a:rPr lang="en-GB" dirty="0"/>
              <a:t> last element ;</a:t>
            </a:r>
          </a:p>
          <a:p>
            <a:r>
              <a:rPr lang="en-GB" dirty="0"/>
              <a:t>Inner loop (j </a:t>
            </a:r>
            <a:r>
              <a:rPr lang="en-GB" dirty="0" err="1"/>
              <a:t>th</a:t>
            </a:r>
            <a:r>
              <a:rPr lang="en-GB" dirty="0"/>
              <a:t> loop) starts from zero and its end point is reduced iteration by iteration.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137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04FE-4A3A-A6C9-7B0F-82B3DE99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76C7A5-B533-5E9A-73FA-20E0F009D3A9}"/>
              </a:ext>
            </a:extLst>
          </p:cNvPr>
          <p:cNvSpPr txBox="1"/>
          <p:nvPr/>
        </p:nvSpPr>
        <p:spPr>
          <a:xfrm>
            <a:off x="1026366" y="1483568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1D8E4-0AAF-89E0-8AED-970299C20031}"/>
              </a:ext>
            </a:extLst>
          </p:cNvPr>
          <p:cNvSpPr txBox="1"/>
          <p:nvPr/>
        </p:nvSpPr>
        <p:spPr>
          <a:xfrm>
            <a:off x="1026365" y="275564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3E105-6E2E-8CCA-B434-835629DE6C9B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3350-8B5C-D0FC-B3D4-51F03869E69C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38F846-DA03-E19E-E6A8-C902182B6EFA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8EED03-64D1-6E43-DAF5-F720C54BF2F6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5C4BA-44ED-A24A-A929-12A356BC7FA5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F4A60-366E-1D9D-4F92-7A611CFCA17B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27B5730-8FC3-67B1-A31D-1847A6FD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9AB9AA-66A8-20D9-F563-AEA4C1382DE4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6ED56-8AEF-8B01-81AE-99131D4B9EB7}"/>
              </a:ext>
            </a:extLst>
          </p:cNvPr>
          <p:cNvSpPr txBox="1"/>
          <p:nvPr/>
        </p:nvSpPr>
        <p:spPr>
          <a:xfrm>
            <a:off x="7256898" y="298579"/>
            <a:ext cx="4611251" cy="1938992"/>
          </a:xfrm>
          <a:prstGeom prst="rect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</a:t>
            </a:r>
            <a:r>
              <a:rPr lang="sv-SE" sz="2400" dirty="0"/>
              <a:t>till i&lt; 3 means till i== 2)</a:t>
            </a:r>
            <a:endParaRPr lang="en-GB" sz="2400" dirty="0"/>
          </a:p>
          <a:p>
            <a:r>
              <a:rPr lang="en-GB" sz="2400" dirty="0"/>
              <a:t>j=0                             (till j&lt;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</a:p>
          <a:p>
            <a:r>
              <a:rPr lang="en-GB" sz="2400" dirty="0">
                <a:solidFill>
                  <a:srgbClr val="FF0000"/>
                </a:solidFill>
              </a:rPr>
              <a:t>Means till j == 2 </a:t>
            </a:r>
            <a:r>
              <a:rPr lang="en-GB" sz="2400" dirty="0"/>
              <a:t>)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58A4A0-9955-4784-5B34-D7DF67C60AE5}"/>
              </a:ext>
            </a:extLst>
          </p:cNvPr>
          <p:cNvCxnSpPr/>
          <p:nvPr/>
        </p:nvCxnSpPr>
        <p:spPr>
          <a:xfrm>
            <a:off x="4142793" y="2886270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F4D3F9-6AD1-45CB-267F-872AF5CF4D4B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63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053F-A000-DA05-964C-2E15FA09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1A17C0E-EFE0-7DEF-E899-469DCB11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C3019-7083-77D8-9C41-7E8996D77E6A}"/>
              </a:ext>
            </a:extLst>
          </p:cNvPr>
          <p:cNvSpPr txBox="1"/>
          <p:nvPr/>
        </p:nvSpPr>
        <p:spPr>
          <a:xfrm>
            <a:off x="1026366" y="1483568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9A352-567F-ED78-8F3F-2EC1E0EA1A78}"/>
              </a:ext>
            </a:extLst>
          </p:cNvPr>
          <p:cNvSpPr txBox="1"/>
          <p:nvPr/>
        </p:nvSpPr>
        <p:spPr>
          <a:xfrm>
            <a:off x="1026365" y="275564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2804F-34E2-ABC9-881B-5B1476BA2350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C519B-2371-DB76-C404-ADD31D4CE9B4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00094-C054-FB1B-D51C-22078E801F75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AF9F9-10AE-54B9-20AE-F38E4B8E768E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780A1-4FB2-2894-5D30-0EC051755F07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8D275-42D0-3350-B208-D4B1BEB86C55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4B26D-F7F4-B15B-895E-A15865C18EAB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B918E-B251-545F-6B67-9CD7790A6F3A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(till j 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8C30B5-68B6-CA37-E9EC-2527DCFE6B4A}"/>
              </a:ext>
            </a:extLst>
          </p:cNvPr>
          <p:cNvCxnSpPr/>
          <p:nvPr/>
        </p:nvCxnSpPr>
        <p:spPr>
          <a:xfrm>
            <a:off x="4142793" y="3940629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131CD0E5-B178-FECB-FCB8-2F8D0E5771FD}"/>
              </a:ext>
            </a:extLst>
          </p:cNvPr>
          <p:cNvCxnSpPr>
            <a:stCxn id="6" idx="3"/>
            <a:endCxn id="7" idx="3"/>
          </p:cNvCxnSpPr>
          <p:nvPr/>
        </p:nvCxnSpPr>
        <p:spPr>
          <a:xfrm flipH="1">
            <a:off x="2178365" y="2037566"/>
            <a:ext cx="1" cy="1272073"/>
          </a:xfrm>
          <a:prstGeom prst="bentConnector3">
            <a:avLst>
              <a:gd name="adj1" fmla="val -22860000000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BE396B-D3DB-1D3B-935A-7378231AC0D5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5C2D61-118C-C74D-B369-9DEA90702BAA}"/>
              </a:ext>
            </a:extLst>
          </p:cNvPr>
          <p:cNvSpPr txBox="1"/>
          <p:nvPr/>
        </p:nvSpPr>
        <p:spPr>
          <a:xfrm>
            <a:off x="3284376" y="2037566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[0] &gt; </a:t>
            </a:r>
            <a:r>
              <a:rPr lang="en-GB" dirty="0" err="1"/>
              <a:t>arr</a:t>
            </a:r>
            <a:r>
              <a:rPr lang="en-GB" dirty="0"/>
              <a:t>[1] ?</a:t>
            </a:r>
          </a:p>
          <a:p>
            <a:r>
              <a:rPr lang="en-GB" dirty="0"/>
              <a:t>5&gt; 1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298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F0BF2-13CA-BDC5-B404-DA17F9DF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BFD5E7E-0EB4-BB51-8716-3943AA26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BB47B-4546-798D-0687-F1BA09B485A9}"/>
              </a:ext>
            </a:extLst>
          </p:cNvPr>
          <p:cNvSpPr txBox="1"/>
          <p:nvPr/>
        </p:nvSpPr>
        <p:spPr>
          <a:xfrm>
            <a:off x="1035696" y="275917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AE3E8-BACD-912E-35DF-820EB2AC003D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67945-9A05-4CA7-6A2E-09F369683E9E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573EF-0D10-586F-6748-A0CD26A0E8A9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1583EA-3E2F-7529-F1D1-DF4A32FA51D0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4E280-F17F-106E-5423-F797FD1CB02A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B2E28-2AFF-533F-78CE-BF572C871651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90262-61AE-285A-18B2-9BDC992B9FE5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7FDBFB-E154-81A8-DCA4-D6279EBFEF59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1DF4C-63C1-9C75-7154-6199D361F587}"/>
              </a:ext>
            </a:extLst>
          </p:cNvPr>
          <p:cNvSpPr txBox="1"/>
          <p:nvPr/>
        </p:nvSpPr>
        <p:spPr>
          <a:xfrm>
            <a:off x="7931019" y="298580"/>
            <a:ext cx="3629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Pass 1:</a:t>
            </a:r>
          </a:p>
          <a:p>
            <a:r>
              <a:rPr lang="en-GB" dirty="0" err="1"/>
              <a:t>i</a:t>
            </a:r>
            <a:r>
              <a:rPr lang="en-GB" dirty="0"/>
              <a:t>=0                                           ( till </a:t>
            </a:r>
            <a:r>
              <a:rPr lang="en-GB" dirty="0" err="1"/>
              <a:t>i</a:t>
            </a:r>
            <a:r>
              <a:rPr lang="en-GB" dirty="0"/>
              <a:t>&lt;</a:t>
            </a:r>
            <a:r>
              <a:rPr lang="en-GB" dirty="0">
                <a:solidFill>
                  <a:srgbClr val="FF0000"/>
                </a:solidFill>
              </a:rPr>
              <a:t>3</a:t>
            </a:r>
            <a:r>
              <a:rPr lang="en-GB" dirty="0"/>
              <a:t>)</a:t>
            </a:r>
          </a:p>
          <a:p>
            <a:r>
              <a:rPr lang="en-GB" dirty="0"/>
              <a:t>j=0                             (till j&lt; 3-0-1 = </a:t>
            </a:r>
            <a:r>
              <a:rPr lang="en-GB" dirty="0">
                <a:solidFill>
                  <a:srgbClr val="FF0000"/>
                </a:solidFill>
              </a:rPr>
              <a:t>2</a:t>
            </a:r>
            <a:r>
              <a:rPr lang="en-GB" dirty="0"/>
              <a:t>)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C5BF4E-5173-5A7E-7726-D8F93CC04455}"/>
              </a:ext>
            </a:extLst>
          </p:cNvPr>
          <p:cNvCxnSpPr/>
          <p:nvPr/>
        </p:nvCxnSpPr>
        <p:spPr>
          <a:xfrm>
            <a:off x="5878287" y="4304523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6E716F1-E351-53C4-BDE2-8B180B4A9D67}"/>
              </a:ext>
            </a:extLst>
          </p:cNvPr>
          <p:cNvCxnSpPr>
            <a:stCxn id="6" idx="3"/>
            <a:endCxn id="7" idx="3"/>
          </p:cNvCxnSpPr>
          <p:nvPr/>
        </p:nvCxnSpPr>
        <p:spPr>
          <a:xfrm flipH="1" flipV="1">
            <a:off x="2148482" y="2019324"/>
            <a:ext cx="39214" cy="1293845"/>
          </a:xfrm>
          <a:prstGeom prst="bentConnector3">
            <a:avLst>
              <a:gd name="adj1" fmla="val -582955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E4C375-2F07-F825-AC5A-F2EC10D4C655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3FA757-6B70-3B81-A09F-20D0D010FF85}"/>
              </a:ext>
            </a:extLst>
          </p:cNvPr>
          <p:cNvSpPr txBox="1"/>
          <p:nvPr/>
        </p:nvSpPr>
        <p:spPr>
          <a:xfrm>
            <a:off x="3284376" y="2037566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[0] &gt; </a:t>
            </a:r>
            <a:r>
              <a:rPr lang="en-GB" dirty="0" err="1"/>
              <a:t>arr</a:t>
            </a:r>
            <a:r>
              <a:rPr lang="en-GB" dirty="0"/>
              <a:t>[1] ?</a:t>
            </a:r>
          </a:p>
          <a:p>
            <a:r>
              <a:rPr lang="en-GB" dirty="0"/>
              <a:t>5&gt; 1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EEE813-ADB9-92D7-92D1-AEDCB4BD5F4A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(till j 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6215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3391-9BD5-0FA9-E54A-D34DE993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8D40E-1507-D5F5-DDC8-3F4C7B0B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D63F89-5332-9E72-DC88-E96F6F98C4DB}"/>
              </a:ext>
            </a:extLst>
          </p:cNvPr>
          <p:cNvSpPr txBox="1"/>
          <p:nvPr/>
        </p:nvSpPr>
        <p:spPr>
          <a:xfrm>
            <a:off x="1035696" y="275917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431A4-43E5-F12D-F014-FA291DC3C120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07A9B-26CC-A40E-7546-9BAF7DCC1531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257B2-3C62-A914-2B8B-7937680E6BF5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6577B-680F-B8D3-DB69-55A2819FF931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76A06-5518-F519-EF4A-F4B6585CAF4E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DD14E-4C50-C9C4-028B-23F87FEE261B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DDC36F-4C47-1D1D-D2C5-99B2262E7042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5EE84-4EB4-B536-6DB7-9F4C70062CAA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07FD43-8044-9363-06B0-FC4B42FF3CF5}"/>
              </a:ext>
            </a:extLst>
          </p:cNvPr>
          <p:cNvCxnSpPr/>
          <p:nvPr/>
        </p:nvCxnSpPr>
        <p:spPr>
          <a:xfrm>
            <a:off x="5354216" y="5728996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659A3A3-0772-FD92-CA84-B35B67CD14C7}"/>
              </a:ext>
            </a:extLst>
          </p:cNvPr>
          <p:cNvCxnSpPr>
            <a:stCxn id="6" idx="3"/>
            <a:endCxn id="7" idx="3"/>
          </p:cNvCxnSpPr>
          <p:nvPr/>
        </p:nvCxnSpPr>
        <p:spPr>
          <a:xfrm flipH="1" flipV="1">
            <a:off x="2148482" y="2019324"/>
            <a:ext cx="39214" cy="1293845"/>
          </a:xfrm>
          <a:prstGeom prst="bentConnector3">
            <a:avLst>
              <a:gd name="adj1" fmla="val -582955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25224F-5F4A-0F2D-9D70-8AA62BDB49A9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6E56F01-67CB-9B02-85A2-F3395A471398}"/>
              </a:ext>
            </a:extLst>
          </p:cNvPr>
          <p:cNvSpPr txBox="1"/>
          <p:nvPr/>
        </p:nvSpPr>
        <p:spPr>
          <a:xfrm>
            <a:off x="3284376" y="2037566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[0] &gt; </a:t>
            </a:r>
            <a:r>
              <a:rPr lang="en-GB" dirty="0" err="1"/>
              <a:t>arr</a:t>
            </a:r>
            <a:r>
              <a:rPr lang="en-GB" dirty="0"/>
              <a:t>[1] ?</a:t>
            </a:r>
          </a:p>
          <a:p>
            <a:r>
              <a:rPr lang="en-GB" dirty="0"/>
              <a:t>5&gt; 1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2F484A-0CD0-F064-B028-96255A15CA66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((till j &lt; 4-0-1 = 3))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0084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A21E-3E53-9B94-7A42-4C0697741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ABA8D8-C1FC-341B-F659-85771592DA83}"/>
              </a:ext>
            </a:extLst>
          </p:cNvPr>
          <p:cNvSpPr txBox="1"/>
          <p:nvPr/>
        </p:nvSpPr>
        <p:spPr>
          <a:xfrm>
            <a:off x="1035696" y="2759171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5AFB1-A414-6804-D107-2C91D34465E7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FA1CE-BBC5-7797-2DAE-DDF76C8A0797}"/>
              </a:ext>
            </a:extLst>
          </p:cNvPr>
          <p:cNvSpPr txBox="1"/>
          <p:nvPr/>
        </p:nvSpPr>
        <p:spPr>
          <a:xfrm>
            <a:off x="1035696" y="402771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FC1F8-672A-E4D0-4A7C-42DC3298633E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CE573-E9A7-2AC9-8705-69957D9661AB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DCBEFA-62A3-C4F8-CA6B-F1191ADCB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670332-C09E-6CE7-4B56-F6C2B0AAB7DF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971FEF-72F6-9214-891D-D5145916BB94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B99B1E-5C1E-37F3-6928-91509B4CAC27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F0E72-DC3C-4C74-ED91-F7F1DCF1513F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AE906E-933E-0183-74AC-9B3B4A26742D}"/>
              </a:ext>
            </a:extLst>
          </p:cNvPr>
          <p:cNvCxnSpPr/>
          <p:nvPr/>
        </p:nvCxnSpPr>
        <p:spPr>
          <a:xfrm>
            <a:off x="4989700" y="3954562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66A9973-FE94-F0E6-BAF0-D2561545AF0B}"/>
              </a:ext>
            </a:extLst>
          </p:cNvPr>
          <p:cNvCxnSpPr>
            <a:cxnSpLocks/>
            <a:stCxn id="8" idx="3"/>
            <a:endCxn id="6" idx="3"/>
          </p:cNvCxnSpPr>
          <p:nvPr/>
        </p:nvCxnSpPr>
        <p:spPr>
          <a:xfrm flipV="1">
            <a:off x="2187696" y="3313169"/>
            <a:ext cx="12700" cy="1268543"/>
          </a:xfrm>
          <a:prstGeom prst="bentConnector3">
            <a:avLst>
              <a:gd name="adj1" fmla="val 1800000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F07065-A9D8-D61A-9E7F-867431C9EF3C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B62FEE-A26D-2745-1BD0-A6827D385164}"/>
              </a:ext>
            </a:extLst>
          </p:cNvPr>
          <p:cNvSpPr txBox="1"/>
          <p:nvPr/>
        </p:nvSpPr>
        <p:spPr>
          <a:xfrm>
            <a:off x="2732060" y="3443757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[1] &gt; </a:t>
            </a:r>
            <a:r>
              <a:rPr lang="en-GB" dirty="0" err="1"/>
              <a:t>arr</a:t>
            </a:r>
            <a:r>
              <a:rPr lang="en-GB" dirty="0"/>
              <a:t>[2] ?</a:t>
            </a:r>
          </a:p>
          <a:p>
            <a:r>
              <a:rPr lang="en-GB" dirty="0"/>
              <a:t>5&gt; 4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88D33-F6D3-115C-F678-05275221832F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j=1                             ((till j &lt; 4-0-1 = 3))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21455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31EC-7EE6-21F4-C603-C8253809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55BA73A-3F38-B346-B928-EB2D93050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7E69C8-92E8-A1E9-BF47-076FDD3F7172}"/>
              </a:ext>
            </a:extLst>
          </p:cNvPr>
          <p:cNvSpPr txBox="1"/>
          <p:nvPr/>
        </p:nvSpPr>
        <p:spPr>
          <a:xfrm>
            <a:off x="1026365" y="4056338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6991F-477B-72C0-7553-C6760083D6EF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7198B-B705-0C98-6BE7-15BAA0E7F58F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EA0C5-207D-CBCC-B660-61EB0237B1E7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D7E80C-8279-B15A-38DC-959D6E6BBB38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D5336-9890-D258-2DF8-7DBDD708545C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514B65-ECCB-C516-B511-43CD50661F57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0F680-B69E-5CC9-A36B-0BEBF7801FFE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02B85-95AE-471F-8906-12859D331616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5C9ED2-B8D8-0744-0040-87FA97BC770C}"/>
              </a:ext>
            </a:extLst>
          </p:cNvPr>
          <p:cNvCxnSpPr/>
          <p:nvPr/>
        </p:nvCxnSpPr>
        <p:spPr>
          <a:xfrm>
            <a:off x="5823856" y="4367087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4EB9C9F-D985-C901-732C-15B9CCAFB834}"/>
              </a:ext>
            </a:extLst>
          </p:cNvPr>
          <p:cNvCxnSpPr>
            <a:cxnSpLocks/>
            <a:stCxn id="8" idx="3"/>
            <a:endCxn id="6" idx="3"/>
          </p:cNvCxnSpPr>
          <p:nvPr/>
        </p:nvCxnSpPr>
        <p:spPr>
          <a:xfrm>
            <a:off x="2167477" y="3310164"/>
            <a:ext cx="10888" cy="1300172"/>
          </a:xfrm>
          <a:prstGeom prst="bentConnector3">
            <a:avLst>
              <a:gd name="adj1" fmla="val 2199559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80E995-DC6A-A2DE-5FF7-FB611514A89A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6EC51E-6019-CA1A-0A67-71B683BD4DCA}"/>
              </a:ext>
            </a:extLst>
          </p:cNvPr>
          <p:cNvSpPr txBox="1"/>
          <p:nvPr/>
        </p:nvSpPr>
        <p:spPr>
          <a:xfrm>
            <a:off x="2732060" y="3443757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[1] &gt; </a:t>
            </a:r>
            <a:r>
              <a:rPr lang="en-GB" dirty="0" err="1"/>
              <a:t>arr</a:t>
            </a:r>
            <a:r>
              <a:rPr lang="en-GB" dirty="0"/>
              <a:t>[2] ?</a:t>
            </a:r>
          </a:p>
          <a:p>
            <a:r>
              <a:rPr lang="en-GB" dirty="0"/>
              <a:t>5&gt; 4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98305-F96E-3A60-B532-AF813C94B7CB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j=1                             (till j 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9732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2FEE-FEEF-306D-AA64-0CF4AD3B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6E863-D15B-CF43-62A0-A69BEC3E4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6BA65A-41D6-B04E-E9A2-3236F338652C}"/>
              </a:ext>
            </a:extLst>
          </p:cNvPr>
          <p:cNvSpPr txBox="1"/>
          <p:nvPr/>
        </p:nvSpPr>
        <p:spPr>
          <a:xfrm>
            <a:off x="1026365" y="4056338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4C84C-561C-8A6A-26F0-499F679D5DD3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B154E-4F12-CF73-3AE8-D05F5D5B4831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F0B75-BD77-5A79-481F-69C9258857FA}"/>
              </a:ext>
            </a:extLst>
          </p:cNvPr>
          <p:cNvSpPr txBox="1"/>
          <p:nvPr/>
        </p:nvSpPr>
        <p:spPr>
          <a:xfrm>
            <a:off x="1026365" y="535816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C8C758-E9E1-67F5-CFEC-89766A025DDF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15076-C93F-2C5A-B412-8575FDC4F242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B1CD7-DB21-706E-3A49-CA803C962799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EB335-661F-A867-615E-049F576C0CC5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538CD9-EF00-FD9E-29AB-2071A8F90F83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90C8F8-77BC-6491-1521-4760ED4A24D9}"/>
              </a:ext>
            </a:extLst>
          </p:cNvPr>
          <p:cNvCxnSpPr/>
          <p:nvPr/>
        </p:nvCxnSpPr>
        <p:spPr>
          <a:xfrm>
            <a:off x="5400612" y="3901845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CBF7708-5F0F-BC70-A67A-A880FEC9FC98}"/>
              </a:ext>
            </a:extLst>
          </p:cNvPr>
          <p:cNvCxnSpPr>
            <a:cxnSpLocks/>
          </p:cNvCxnSpPr>
          <p:nvPr/>
        </p:nvCxnSpPr>
        <p:spPr>
          <a:xfrm>
            <a:off x="2178365" y="4577487"/>
            <a:ext cx="10888" cy="1300172"/>
          </a:xfrm>
          <a:prstGeom prst="bentConnector3">
            <a:avLst>
              <a:gd name="adj1" fmla="val 2199559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74F0F9-DE8D-E481-AA07-330EE4AF7BAF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84A064-650D-006F-3854-512EACBEE693}"/>
              </a:ext>
            </a:extLst>
          </p:cNvPr>
          <p:cNvSpPr txBox="1"/>
          <p:nvPr/>
        </p:nvSpPr>
        <p:spPr>
          <a:xfrm>
            <a:off x="2872019" y="4594182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[2] &gt; </a:t>
            </a:r>
            <a:r>
              <a:rPr lang="en-GB" dirty="0" err="1"/>
              <a:t>arr</a:t>
            </a:r>
            <a:r>
              <a:rPr lang="en-GB" dirty="0"/>
              <a:t>[3] ?</a:t>
            </a:r>
          </a:p>
          <a:p>
            <a:r>
              <a:rPr lang="en-GB" dirty="0"/>
              <a:t>5&gt; 2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F38972-D593-82A6-514F-9152492A630B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j=2                             (till j 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51793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3AA5-661F-6A6B-3153-331FFC75D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152568-930E-B862-8589-904541BD6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F8DDA-AB81-D3E4-841F-F492F3F2B626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F2462-97DC-B5AC-694A-9DAA065A7186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21F52-E4ED-DCA5-692A-EAD8768FC8FB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DD503-924D-D666-A080-483EEA4C1D64}"/>
              </a:ext>
            </a:extLst>
          </p:cNvPr>
          <p:cNvSpPr txBox="1"/>
          <p:nvPr/>
        </p:nvSpPr>
        <p:spPr>
          <a:xfrm>
            <a:off x="1037253" y="404018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ECE1C7-F7F1-8D1A-AD8E-17041E6A1707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D786D-01EE-45CE-005D-0097E68682EB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6CDBE-304E-DDBE-58C1-C7E5362788C8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93B1A-FED3-F0AD-9730-D46C43619C6A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6129E2-6857-4272-6F85-052B069347E7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F64E9F-BF6A-CC0B-C744-37470E0E7064}"/>
              </a:ext>
            </a:extLst>
          </p:cNvPr>
          <p:cNvCxnSpPr/>
          <p:nvPr/>
        </p:nvCxnSpPr>
        <p:spPr>
          <a:xfrm>
            <a:off x="5904465" y="4340384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AFAA497-F564-C055-F48B-CBCF5229937B}"/>
              </a:ext>
            </a:extLst>
          </p:cNvPr>
          <p:cNvCxnSpPr>
            <a:cxnSpLocks/>
          </p:cNvCxnSpPr>
          <p:nvPr/>
        </p:nvCxnSpPr>
        <p:spPr>
          <a:xfrm>
            <a:off x="2178365" y="4577487"/>
            <a:ext cx="10888" cy="1300172"/>
          </a:xfrm>
          <a:prstGeom prst="bentConnector3">
            <a:avLst>
              <a:gd name="adj1" fmla="val 2199559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0BC2F1-C0F8-30C0-C81A-258E663FCC9A}"/>
              </a:ext>
            </a:extLst>
          </p:cNvPr>
          <p:cNvCxnSpPr/>
          <p:nvPr/>
        </p:nvCxnSpPr>
        <p:spPr>
          <a:xfrm>
            <a:off x="186612" y="6596743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E34B0B-3FD1-CB13-4D49-3A35C85E62B9}"/>
              </a:ext>
            </a:extLst>
          </p:cNvPr>
          <p:cNvSpPr txBox="1"/>
          <p:nvPr/>
        </p:nvSpPr>
        <p:spPr>
          <a:xfrm>
            <a:off x="2872019" y="4594182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[2] &gt; </a:t>
            </a:r>
            <a:r>
              <a:rPr lang="en-GB" dirty="0" err="1"/>
              <a:t>arr</a:t>
            </a:r>
            <a:r>
              <a:rPr lang="en-GB" dirty="0"/>
              <a:t>[3] ?</a:t>
            </a:r>
          </a:p>
          <a:p>
            <a:r>
              <a:rPr lang="en-GB" dirty="0"/>
              <a:t>5&gt; 2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F332D8-64B8-771E-CE1B-7958E3891B48}"/>
              </a:ext>
            </a:extLst>
          </p:cNvPr>
          <p:cNvSpPr txBox="1"/>
          <p:nvPr/>
        </p:nvSpPr>
        <p:spPr>
          <a:xfrm>
            <a:off x="7256898" y="298580"/>
            <a:ext cx="4525525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1: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=0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j=2                             ((till j &lt; 4-0-1 =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2728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0FF0-1589-0C4F-1422-B32DFAF6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6F981D0-7B43-BE28-F4B0-CC0A1A06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9C0C1-A5E4-6E21-3BA4-FE0CA000F62E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50EF6-A307-6A2B-808B-BCC286F18074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1C222-4256-5BB4-5F5E-797B7ADB6610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2ED8A-D34A-6D40-EAB2-CC753213A674}"/>
              </a:ext>
            </a:extLst>
          </p:cNvPr>
          <p:cNvSpPr txBox="1"/>
          <p:nvPr/>
        </p:nvSpPr>
        <p:spPr>
          <a:xfrm>
            <a:off x="1037253" y="404018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E038C-80EC-40C9-49E5-C9C4E117EFDC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B35C3-5B68-C0C2-FE0C-29C313767FE2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C9888-1194-198C-D875-DC08AE1F8B0B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D8BC9-F20A-13BF-6239-2227BC97FE13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7F7BD-6381-008D-793A-FDF91F9922B1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A0359D-DD27-FCCB-4E8C-74911C7309E8}"/>
              </a:ext>
            </a:extLst>
          </p:cNvPr>
          <p:cNvSpPr txBox="1"/>
          <p:nvPr/>
        </p:nvSpPr>
        <p:spPr>
          <a:xfrm>
            <a:off x="7256898" y="298580"/>
            <a:ext cx="4811277" cy="156966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2: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=1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(till j&lt; 4-1-1 = </a:t>
            </a:r>
            <a:r>
              <a:rPr lang="en-GB" sz="2400" dirty="0">
                <a:solidFill>
                  <a:srgbClr val="FF0000"/>
                </a:solidFill>
              </a:rPr>
              <a:t> 2 </a:t>
            </a:r>
          </a:p>
          <a:p>
            <a:r>
              <a:rPr lang="en-GB" sz="2400" dirty="0">
                <a:solidFill>
                  <a:srgbClr val="FF0000"/>
                </a:solidFill>
              </a:rPr>
              <a:t>Means till j== 1</a:t>
            </a:r>
            <a:r>
              <a:rPr lang="en-GB" sz="2400" dirty="0"/>
              <a:t>)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A9039E-4A49-89DB-F6BE-E725CA0097BD}"/>
              </a:ext>
            </a:extLst>
          </p:cNvPr>
          <p:cNvCxnSpPr/>
          <p:nvPr/>
        </p:nvCxnSpPr>
        <p:spPr>
          <a:xfrm>
            <a:off x="4262277" y="2884808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A6DFC7-2C2C-2575-2644-0C5A3C3EE209}"/>
              </a:ext>
            </a:extLst>
          </p:cNvPr>
          <p:cNvCxnSpPr/>
          <p:nvPr/>
        </p:nvCxnSpPr>
        <p:spPr>
          <a:xfrm>
            <a:off x="139959" y="5253135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98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3F9F-83E2-BFD6-E3C9-BE768E9F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E188973-96CA-DCBC-9C7A-D23F3203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5E7785-11AD-2D15-28C4-380B1D4A71D0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355DA-81F7-02BB-D0DE-800804472A95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EA3DC-5851-7D92-9959-864F95AD7D68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DE33-D03B-6EF2-6CCE-67E4D0D2FCA8}"/>
              </a:ext>
            </a:extLst>
          </p:cNvPr>
          <p:cNvSpPr txBox="1"/>
          <p:nvPr/>
        </p:nvSpPr>
        <p:spPr>
          <a:xfrm>
            <a:off x="1037253" y="404018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711929-3C00-9EA4-1B89-37B42B8AF21C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6292A-342E-97F1-EA8C-0D43DA87130F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9B65D-9C7C-3B2D-B64A-E1848D0A5A99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90BEF-8ABD-3AAD-8E05-4A82EEFCB379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08C0C5-89EE-B114-6834-639BA1C41DB2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019A92-2026-8684-6F58-F247C1164B21}"/>
              </a:ext>
            </a:extLst>
          </p:cNvPr>
          <p:cNvCxnSpPr/>
          <p:nvPr/>
        </p:nvCxnSpPr>
        <p:spPr>
          <a:xfrm>
            <a:off x="4784791" y="3258033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D19E2C-E513-AE91-F65F-F276476385A6}"/>
              </a:ext>
            </a:extLst>
          </p:cNvPr>
          <p:cNvCxnSpPr/>
          <p:nvPr/>
        </p:nvCxnSpPr>
        <p:spPr>
          <a:xfrm>
            <a:off x="139959" y="5253135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A1CF8A-8B14-C61A-EB73-B2A44E28EAE5}"/>
              </a:ext>
            </a:extLst>
          </p:cNvPr>
          <p:cNvSpPr txBox="1"/>
          <p:nvPr/>
        </p:nvSpPr>
        <p:spPr>
          <a:xfrm>
            <a:off x="7256898" y="298580"/>
            <a:ext cx="4811277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2: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=1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(till j&lt; 4-1-1 = 2)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2084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6B80-0912-509F-18AF-BC814F57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EE36333-20A2-A0D1-C948-626A3A38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4FB0EF-B240-CE5A-374A-CB050C6DE392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8E015-7259-EF83-4621-AF4F0151968E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6FC30-942E-25D3-32B1-2A9ABE19264D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29B1C-FEC8-324C-5129-7E7B4EE05C19}"/>
              </a:ext>
            </a:extLst>
          </p:cNvPr>
          <p:cNvSpPr txBox="1"/>
          <p:nvPr/>
        </p:nvSpPr>
        <p:spPr>
          <a:xfrm>
            <a:off x="1037253" y="404018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7356E-6320-B648-9910-E82A61020186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68F46-1C5A-60B0-1B8D-00BD1DC57EF3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12109-7E92-8953-0998-65787DB9A495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1759A-DDC7-6DD0-387D-7A926EA46BA2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FA9BB-EAEC-92A0-ACAB-651B2352532A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8A6D4E-803C-317B-1043-084C9BA421F5}"/>
              </a:ext>
            </a:extLst>
          </p:cNvPr>
          <p:cNvCxnSpPr/>
          <p:nvPr/>
        </p:nvCxnSpPr>
        <p:spPr>
          <a:xfrm>
            <a:off x="5261408" y="3976176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801DB0-35BF-E6D2-34F0-69166D442BD6}"/>
              </a:ext>
            </a:extLst>
          </p:cNvPr>
          <p:cNvCxnSpPr/>
          <p:nvPr/>
        </p:nvCxnSpPr>
        <p:spPr>
          <a:xfrm>
            <a:off x="139959" y="5253135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5E6AD2D-6E7A-B5D2-2594-E571E46126B5}"/>
              </a:ext>
            </a:extLst>
          </p:cNvPr>
          <p:cNvCxnSpPr>
            <a:cxnSpLocks/>
          </p:cNvCxnSpPr>
          <p:nvPr/>
        </p:nvCxnSpPr>
        <p:spPr>
          <a:xfrm>
            <a:off x="2159703" y="1967020"/>
            <a:ext cx="10888" cy="1300172"/>
          </a:xfrm>
          <a:prstGeom prst="bentConnector3">
            <a:avLst>
              <a:gd name="adj1" fmla="val 2199559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98D44E-EA7D-D0AB-77E1-316B5DC1B69F}"/>
              </a:ext>
            </a:extLst>
          </p:cNvPr>
          <p:cNvSpPr txBox="1"/>
          <p:nvPr/>
        </p:nvSpPr>
        <p:spPr>
          <a:xfrm>
            <a:off x="2853357" y="1983715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[0] &gt; </a:t>
            </a:r>
            <a:r>
              <a:rPr lang="en-GB" dirty="0" err="1"/>
              <a:t>arr</a:t>
            </a:r>
            <a:r>
              <a:rPr lang="en-GB" dirty="0"/>
              <a:t>[1] ?</a:t>
            </a:r>
          </a:p>
          <a:p>
            <a:r>
              <a:rPr lang="en-GB" dirty="0"/>
              <a:t>1&gt; 4 ? </a:t>
            </a:r>
          </a:p>
          <a:p>
            <a:r>
              <a:rPr lang="en-GB" dirty="0"/>
              <a:t>Therefore </a:t>
            </a:r>
            <a:r>
              <a:rPr lang="en-GB" dirty="0">
                <a:solidFill>
                  <a:srgbClr val="FF0000"/>
                </a:solidFill>
              </a:rPr>
              <a:t>NO</a:t>
            </a:r>
            <a:r>
              <a:rPr lang="en-GB" dirty="0"/>
              <a:t> SWAP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3B9640-7D74-5706-03C0-2D0918E5F42D}"/>
              </a:ext>
            </a:extLst>
          </p:cNvPr>
          <p:cNvSpPr txBox="1"/>
          <p:nvPr/>
        </p:nvSpPr>
        <p:spPr>
          <a:xfrm>
            <a:off x="7256898" y="298580"/>
            <a:ext cx="4811277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2: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=1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(till j&lt; 4-1-1 = 2)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17224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A94A8-528A-FB08-A13B-F7E2CD61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56490D-56F0-80EC-26A4-B83EAB415B3F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BB15C-1B92-765B-8573-D48573B6D166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C3468-0A56-15F5-1BFA-8055A1369F0F}"/>
              </a:ext>
            </a:extLst>
          </p:cNvPr>
          <p:cNvSpPr txBox="1"/>
          <p:nvPr/>
        </p:nvSpPr>
        <p:spPr>
          <a:xfrm>
            <a:off x="1015477" y="275616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DAFB1-00BA-FF4C-F602-722105BC6EBF}"/>
              </a:ext>
            </a:extLst>
          </p:cNvPr>
          <p:cNvSpPr txBox="1"/>
          <p:nvPr/>
        </p:nvSpPr>
        <p:spPr>
          <a:xfrm>
            <a:off x="1037253" y="4040184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175C78-5F3F-4398-7C78-F93173546E80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F2992-3F14-6285-F3A2-446123D1EA69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7E7CC-052D-7B16-E739-0A341D0B1850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55D104-501B-A8CC-EA98-76EBFCE0C277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75A90-CC25-4AD3-5205-E708FEC0E04A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C86428-7017-D7EF-14AC-04D3B6BA33E0}"/>
              </a:ext>
            </a:extLst>
          </p:cNvPr>
          <p:cNvCxnSpPr/>
          <p:nvPr/>
        </p:nvCxnSpPr>
        <p:spPr>
          <a:xfrm>
            <a:off x="139959" y="5253135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7CF4EAE-4615-1325-FBFC-1D6C8F8D8DC2}"/>
              </a:ext>
            </a:extLst>
          </p:cNvPr>
          <p:cNvCxnSpPr>
            <a:cxnSpLocks/>
          </p:cNvCxnSpPr>
          <p:nvPr/>
        </p:nvCxnSpPr>
        <p:spPr>
          <a:xfrm>
            <a:off x="2189253" y="3148658"/>
            <a:ext cx="10888" cy="1300172"/>
          </a:xfrm>
          <a:prstGeom prst="bentConnector3">
            <a:avLst>
              <a:gd name="adj1" fmla="val 4341964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084C9B-8C5F-CE63-E9AD-5F7C3C529395}"/>
              </a:ext>
            </a:extLst>
          </p:cNvPr>
          <p:cNvSpPr txBox="1"/>
          <p:nvPr/>
        </p:nvSpPr>
        <p:spPr>
          <a:xfrm>
            <a:off x="3051034" y="3310164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[1] &gt; </a:t>
            </a:r>
            <a:r>
              <a:rPr lang="en-GB" dirty="0" err="1"/>
              <a:t>arr</a:t>
            </a:r>
            <a:r>
              <a:rPr lang="en-GB" dirty="0"/>
              <a:t>[2] ?</a:t>
            </a:r>
          </a:p>
          <a:p>
            <a:r>
              <a:rPr lang="en-GB" dirty="0"/>
              <a:t>4&gt; 2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E374E8-9730-4E5A-764C-361E0C5C3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71D898-6802-D1C6-82E1-A77BB6B5484E}"/>
              </a:ext>
            </a:extLst>
          </p:cNvPr>
          <p:cNvCxnSpPr/>
          <p:nvPr/>
        </p:nvCxnSpPr>
        <p:spPr>
          <a:xfrm>
            <a:off x="4783494" y="3274585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B4C7F4-24C4-081E-268F-F8182523E4E6}"/>
              </a:ext>
            </a:extLst>
          </p:cNvPr>
          <p:cNvSpPr txBox="1"/>
          <p:nvPr/>
        </p:nvSpPr>
        <p:spPr>
          <a:xfrm>
            <a:off x="7256898" y="298580"/>
            <a:ext cx="4811277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2: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=1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j=1                             (till j&lt; 4-1-1 = 2)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95718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C102-853C-28F9-7804-28018E9D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00987F0-53D6-2962-A069-2BA9A1F3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78AE1C-6080-805E-2C06-54B68BE0BD53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C0B02-DB6A-0236-A7D1-87D79AC33C7C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0991C-CA2B-283F-4907-C45677172A86}"/>
              </a:ext>
            </a:extLst>
          </p:cNvPr>
          <p:cNvSpPr txBox="1"/>
          <p:nvPr/>
        </p:nvSpPr>
        <p:spPr>
          <a:xfrm>
            <a:off x="1016701" y="4037807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875AB-B643-1FCC-7FCB-83C44F3D8A6C}"/>
              </a:ext>
            </a:extLst>
          </p:cNvPr>
          <p:cNvSpPr txBox="1"/>
          <p:nvPr/>
        </p:nvSpPr>
        <p:spPr>
          <a:xfrm>
            <a:off x="1016701" y="275195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715DD-76B2-F551-6F86-8DE1FEB32C3A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EEF57-D7B8-22DD-4736-0A025592E484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AF92F-24D0-4F19-82CA-70EDEF5878F3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C3CEA-8165-B760-08D4-208EC64BEEE4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47573-0FE4-88F9-4AA8-FAAB06C6DBD9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08D0EF-365B-8ED7-9143-374884CC579A}"/>
              </a:ext>
            </a:extLst>
          </p:cNvPr>
          <p:cNvCxnSpPr/>
          <p:nvPr/>
        </p:nvCxnSpPr>
        <p:spPr>
          <a:xfrm>
            <a:off x="5949819" y="4270357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FAEA88-C957-B82A-E628-9AA176A03AB8}"/>
              </a:ext>
            </a:extLst>
          </p:cNvPr>
          <p:cNvCxnSpPr/>
          <p:nvPr/>
        </p:nvCxnSpPr>
        <p:spPr>
          <a:xfrm>
            <a:off x="139959" y="5253135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2BD3A66-DC65-D82B-4CB5-FC88CAC3F1CA}"/>
              </a:ext>
            </a:extLst>
          </p:cNvPr>
          <p:cNvCxnSpPr>
            <a:cxnSpLocks/>
          </p:cNvCxnSpPr>
          <p:nvPr/>
        </p:nvCxnSpPr>
        <p:spPr>
          <a:xfrm>
            <a:off x="2189253" y="3148658"/>
            <a:ext cx="10888" cy="1300172"/>
          </a:xfrm>
          <a:prstGeom prst="bentConnector3">
            <a:avLst>
              <a:gd name="adj1" fmla="val 4341964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9CD963-B609-63C0-55B8-F57297E0D1FF}"/>
              </a:ext>
            </a:extLst>
          </p:cNvPr>
          <p:cNvSpPr txBox="1"/>
          <p:nvPr/>
        </p:nvSpPr>
        <p:spPr>
          <a:xfrm>
            <a:off x="3051034" y="3310164"/>
            <a:ext cx="252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[1] &gt; </a:t>
            </a:r>
            <a:r>
              <a:rPr lang="en-GB" dirty="0" err="1"/>
              <a:t>arr</a:t>
            </a:r>
            <a:r>
              <a:rPr lang="en-GB" dirty="0"/>
              <a:t>[2] ?</a:t>
            </a:r>
          </a:p>
          <a:p>
            <a:r>
              <a:rPr lang="en-GB" dirty="0"/>
              <a:t>4&gt; 2 ? </a:t>
            </a:r>
          </a:p>
          <a:p>
            <a:r>
              <a:rPr lang="en-GB" dirty="0"/>
              <a:t>Therefore SWAP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8AEDF3-43F8-399C-0607-7D87566B0A2C}"/>
              </a:ext>
            </a:extLst>
          </p:cNvPr>
          <p:cNvSpPr txBox="1"/>
          <p:nvPr/>
        </p:nvSpPr>
        <p:spPr>
          <a:xfrm>
            <a:off x="7256898" y="298580"/>
            <a:ext cx="4811277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2: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=1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j=1                             (till j&lt; 4-1-1 = 2)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5603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FF48-0FFD-1B37-35E0-1A419D56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8A9B40-5EFE-AF6F-C902-5A98194BEE5E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8F537-867F-142D-0390-9B181BDD206B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91DA-ADF6-3A67-7F0C-A46E25089386}"/>
              </a:ext>
            </a:extLst>
          </p:cNvPr>
          <p:cNvSpPr txBox="1"/>
          <p:nvPr/>
        </p:nvSpPr>
        <p:spPr>
          <a:xfrm>
            <a:off x="1016701" y="4037807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06870-57C6-B74A-7DF8-787813DEBC6C}"/>
              </a:ext>
            </a:extLst>
          </p:cNvPr>
          <p:cNvSpPr txBox="1"/>
          <p:nvPr/>
        </p:nvSpPr>
        <p:spPr>
          <a:xfrm>
            <a:off x="1016701" y="275195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0A7472-2C7B-9723-0153-D2840848C3B2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F3F09-3EFE-A700-B276-1133021EB4FE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F09D5-F303-63B6-76F8-36CD22F0FDA8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AA6D5-AC69-D43F-BE4B-99638C93D651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3072D-3845-06CA-7935-63F8BB0F41C4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987EB3-618B-767C-25DA-D3F5264BC976}"/>
              </a:ext>
            </a:extLst>
          </p:cNvPr>
          <p:cNvCxnSpPr/>
          <p:nvPr/>
        </p:nvCxnSpPr>
        <p:spPr>
          <a:xfrm>
            <a:off x="74645" y="3956180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F2217CF-1162-4C7D-BB19-BD44E907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F931-FBD7-C673-1BD8-67B01AB0C392}"/>
              </a:ext>
            </a:extLst>
          </p:cNvPr>
          <p:cNvCxnSpPr/>
          <p:nvPr/>
        </p:nvCxnSpPr>
        <p:spPr>
          <a:xfrm>
            <a:off x="4260978" y="2852104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56B568-A271-F84D-B60D-D035113ED03A}"/>
              </a:ext>
            </a:extLst>
          </p:cNvPr>
          <p:cNvSpPr txBox="1"/>
          <p:nvPr/>
        </p:nvSpPr>
        <p:spPr>
          <a:xfrm>
            <a:off x="7256899" y="298580"/>
            <a:ext cx="4741874" cy="156966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3: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=2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    (till j&lt; 4-2-1 = </a:t>
            </a:r>
            <a:r>
              <a:rPr lang="en-GB" sz="2400" dirty="0">
                <a:solidFill>
                  <a:srgbClr val="FF0000"/>
                </a:solidFill>
              </a:rPr>
              <a:t>0</a:t>
            </a:r>
          </a:p>
          <a:p>
            <a:r>
              <a:rPr lang="en-GB" sz="2400" dirty="0">
                <a:solidFill>
                  <a:srgbClr val="FF0000"/>
                </a:solidFill>
              </a:rPr>
              <a:t>Means till j == 0)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1004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899C5-9335-67C1-9B46-176A26DE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EF946F-00E9-51CE-91E7-A91EE8C5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C72EC-E31D-16CE-9937-B475B86DEBDD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9D882-9813-7383-01EC-97584D2A4118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FDA5B-AE39-5071-2F19-9E941B340291}"/>
              </a:ext>
            </a:extLst>
          </p:cNvPr>
          <p:cNvSpPr txBox="1"/>
          <p:nvPr/>
        </p:nvSpPr>
        <p:spPr>
          <a:xfrm>
            <a:off x="1016701" y="4037807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8899A-57EE-1A61-447C-256CA16132EE}"/>
              </a:ext>
            </a:extLst>
          </p:cNvPr>
          <p:cNvSpPr txBox="1"/>
          <p:nvPr/>
        </p:nvSpPr>
        <p:spPr>
          <a:xfrm>
            <a:off x="1016701" y="2751950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E7651-15C3-28BD-033B-6EE4A35BC9A2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AEE22-7B71-191E-258C-13FE426652D5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189DF-4EDB-DE1A-0DE5-03D934B63117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1CB03-464D-B3F4-3A73-0F0EB5C97008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9CD69-D5C0-851E-3DE2-7953C20F7A9B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F32911-0CA1-85DC-B203-092D432ED768}"/>
              </a:ext>
            </a:extLst>
          </p:cNvPr>
          <p:cNvCxnSpPr/>
          <p:nvPr/>
        </p:nvCxnSpPr>
        <p:spPr>
          <a:xfrm>
            <a:off x="5102226" y="3956180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9AFD7B-B436-9E0A-89AD-4F187094CBB2}"/>
              </a:ext>
            </a:extLst>
          </p:cNvPr>
          <p:cNvCxnSpPr/>
          <p:nvPr/>
        </p:nvCxnSpPr>
        <p:spPr>
          <a:xfrm>
            <a:off x="74645" y="3956180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F104C4-8998-B617-E54C-1E32215F17D4}"/>
              </a:ext>
            </a:extLst>
          </p:cNvPr>
          <p:cNvSpPr txBox="1"/>
          <p:nvPr/>
        </p:nvSpPr>
        <p:spPr>
          <a:xfrm>
            <a:off x="7256899" y="298580"/>
            <a:ext cx="4741874" cy="156966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3: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=2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    (till j&lt; 4-2-1 = </a:t>
            </a:r>
            <a:r>
              <a:rPr lang="en-GB" sz="2400" dirty="0">
                <a:solidFill>
                  <a:srgbClr val="FF0000"/>
                </a:solidFill>
              </a:rPr>
              <a:t>0</a:t>
            </a:r>
          </a:p>
          <a:p>
            <a:r>
              <a:rPr lang="en-GB" sz="2400" dirty="0">
                <a:solidFill>
                  <a:srgbClr val="FF0000"/>
                </a:solidFill>
              </a:rPr>
              <a:t>Means till j == 0)</a:t>
            </a:r>
            <a:endParaRPr lang="en-IN" sz="2400" dirty="0"/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B5BC921-817B-E7E6-405D-0054739E8E49}"/>
              </a:ext>
            </a:extLst>
          </p:cNvPr>
          <p:cNvCxnSpPr>
            <a:cxnSpLocks/>
          </p:cNvCxnSpPr>
          <p:nvPr/>
        </p:nvCxnSpPr>
        <p:spPr>
          <a:xfrm>
            <a:off x="2137594" y="1850790"/>
            <a:ext cx="10888" cy="1300172"/>
          </a:xfrm>
          <a:prstGeom prst="bentConnector3">
            <a:avLst>
              <a:gd name="adj1" fmla="val 4341964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332CA9-EFB2-AC65-5688-36E109A83E4C}"/>
              </a:ext>
            </a:extLst>
          </p:cNvPr>
          <p:cNvSpPr txBox="1"/>
          <p:nvPr/>
        </p:nvSpPr>
        <p:spPr>
          <a:xfrm>
            <a:off x="2999375" y="2012296"/>
            <a:ext cx="2528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arr</a:t>
            </a:r>
            <a:r>
              <a:rPr lang="en-GB" dirty="0"/>
              <a:t>[0] &gt; </a:t>
            </a:r>
            <a:r>
              <a:rPr lang="en-GB" dirty="0" err="1"/>
              <a:t>arr</a:t>
            </a:r>
            <a:r>
              <a:rPr lang="en-GB" dirty="0"/>
              <a:t>[1] ?</a:t>
            </a:r>
          </a:p>
          <a:p>
            <a:r>
              <a:rPr lang="en-GB" dirty="0"/>
              <a:t>1&gt; 2 ? </a:t>
            </a:r>
          </a:p>
        </p:txBody>
      </p:sp>
    </p:spTree>
    <p:extLst>
      <p:ext uri="{BB962C8B-B14F-4D97-AF65-F5344CB8AC3E}">
        <p14:creationId xmlns:p14="http://schemas.microsoft.com/office/powerpoint/2010/main" val="2888912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9F58-00F8-DB75-2EA8-A33B5193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D144B-400B-F34C-D487-FDA5E4095F6B}"/>
              </a:ext>
            </a:extLst>
          </p:cNvPr>
          <p:cNvSpPr txBox="1"/>
          <p:nvPr/>
        </p:nvSpPr>
        <p:spPr>
          <a:xfrm>
            <a:off x="1026365" y="534664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779AA-3488-E0C6-7C0A-CD382DF816B4}"/>
              </a:ext>
            </a:extLst>
          </p:cNvPr>
          <p:cNvSpPr txBox="1"/>
          <p:nvPr/>
        </p:nvSpPr>
        <p:spPr>
          <a:xfrm>
            <a:off x="996482" y="1465326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D9FC1-3E7C-6969-2E86-870215FE121F}"/>
              </a:ext>
            </a:extLst>
          </p:cNvPr>
          <p:cNvSpPr txBox="1"/>
          <p:nvPr/>
        </p:nvSpPr>
        <p:spPr>
          <a:xfrm>
            <a:off x="1016701" y="4037807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E5732-B896-AF13-B71F-2D4C0718C6F0}"/>
              </a:ext>
            </a:extLst>
          </p:cNvPr>
          <p:cNvSpPr txBox="1"/>
          <p:nvPr/>
        </p:nvSpPr>
        <p:spPr>
          <a:xfrm>
            <a:off x="1016701" y="2751950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44412E-8093-F31A-A56C-8998690C2AA1}"/>
              </a:ext>
            </a:extLst>
          </p:cNvPr>
          <p:cNvSpPr/>
          <p:nvPr/>
        </p:nvSpPr>
        <p:spPr>
          <a:xfrm>
            <a:off x="799845" y="-204508"/>
            <a:ext cx="53671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Bubbl</a:t>
            </a:r>
            <a:r>
              <a:rPr lang="en-GB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Sort</a:t>
            </a:r>
            <a:endParaRPr lang="en-GB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8C081-7C00-AD7C-A7AE-0F282571228B}"/>
              </a:ext>
            </a:extLst>
          </p:cNvPr>
          <p:cNvSpPr txBox="1"/>
          <p:nvPr/>
        </p:nvSpPr>
        <p:spPr>
          <a:xfrm>
            <a:off x="1907776" y="2213321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42F94-A9FF-D6AB-7CFC-B91EECE7690A}"/>
              </a:ext>
            </a:extLst>
          </p:cNvPr>
          <p:cNvSpPr txBox="1"/>
          <p:nvPr/>
        </p:nvSpPr>
        <p:spPr>
          <a:xfrm>
            <a:off x="1919883" y="6078503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D0062-1F8E-2E44-4779-337E60C42D25}"/>
              </a:ext>
            </a:extLst>
          </p:cNvPr>
          <p:cNvSpPr txBox="1"/>
          <p:nvPr/>
        </p:nvSpPr>
        <p:spPr>
          <a:xfrm>
            <a:off x="1915550" y="475084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9081C-DF2C-7689-2855-C32BE664CA2A}"/>
              </a:ext>
            </a:extLst>
          </p:cNvPr>
          <p:cNvSpPr txBox="1"/>
          <p:nvPr/>
        </p:nvSpPr>
        <p:spPr>
          <a:xfrm>
            <a:off x="1917106" y="346902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84418A-3770-E6B7-4A77-BDA1F8001954}"/>
              </a:ext>
            </a:extLst>
          </p:cNvPr>
          <p:cNvCxnSpPr/>
          <p:nvPr/>
        </p:nvCxnSpPr>
        <p:spPr>
          <a:xfrm>
            <a:off x="225428" y="1221910"/>
            <a:ext cx="298579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85C190D-D622-3D03-73A6-393D10980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98" y="2421594"/>
            <a:ext cx="6476778" cy="44364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C6E2C4-E40B-3940-3268-680362CB95EC}"/>
              </a:ext>
            </a:extLst>
          </p:cNvPr>
          <p:cNvCxnSpPr/>
          <p:nvPr/>
        </p:nvCxnSpPr>
        <p:spPr>
          <a:xfrm>
            <a:off x="4109262" y="6442159"/>
            <a:ext cx="33310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3505633-4671-04F5-C4BE-745BD6720203}"/>
              </a:ext>
            </a:extLst>
          </p:cNvPr>
          <p:cNvSpPr txBox="1"/>
          <p:nvPr/>
        </p:nvSpPr>
        <p:spPr>
          <a:xfrm>
            <a:off x="7256899" y="298580"/>
            <a:ext cx="4741874" cy="1200329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sz="2400" dirty="0"/>
              <a:t>Pass 3:</a:t>
            </a:r>
          </a:p>
          <a:p>
            <a:r>
              <a:rPr lang="en-GB" sz="2400" dirty="0" err="1"/>
              <a:t>i</a:t>
            </a:r>
            <a:r>
              <a:rPr lang="en-GB" sz="2400" dirty="0"/>
              <a:t>=2                                           ( till </a:t>
            </a:r>
            <a:r>
              <a:rPr lang="en-GB" sz="2400" dirty="0" err="1"/>
              <a:t>i</a:t>
            </a:r>
            <a:r>
              <a:rPr lang="en-GB" sz="2400" dirty="0"/>
              <a:t>&lt; </a:t>
            </a:r>
            <a:r>
              <a:rPr lang="en-GB" sz="2400" dirty="0">
                <a:solidFill>
                  <a:srgbClr val="FF0000"/>
                </a:solidFill>
              </a:rPr>
              <a:t>3</a:t>
            </a:r>
            <a:r>
              <a:rPr lang="en-GB" sz="2400" dirty="0"/>
              <a:t>)</a:t>
            </a:r>
          </a:p>
          <a:p>
            <a:r>
              <a:rPr lang="en-GB" sz="2400" dirty="0"/>
              <a:t>j=0                                 (till j&lt; 4-2-1 = </a:t>
            </a:r>
            <a:r>
              <a:rPr lang="en-GB" sz="2400" dirty="0">
                <a:solidFill>
                  <a:srgbClr val="FF0000"/>
                </a:solidFill>
              </a:rPr>
              <a:t>1)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28105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11BE06-BA16-5059-556C-2EA277DDE3C2}"/>
              </a:ext>
            </a:extLst>
          </p:cNvPr>
          <p:cNvSpPr txBox="1"/>
          <p:nvPr/>
        </p:nvSpPr>
        <p:spPr>
          <a:xfrm>
            <a:off x="5430558" y="2878217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C4C50-45B6-EFEE-60A0-9EAE5A0D4700}"/>
              </a:ext>
            </a:extLst>
          </p:cNvPr>
          <p:cNvSpPr txBox="1"/>
          <p:nvPr/>
        </p:nvSpPr>
        <p:spPr>
          <a:xfrm>
            <a:off x="323850" y="2854524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05A0F-F231-C0C2-D2E3-9F5EE87FF6F8}"/>
              </a:ext>
            </a:extLst>
          </p:cNvPr>
          <p:cNvSpPr txBox="1"/>
          <p:nvPr/>
        </p:nvSpPr>
        <p:spPr>
          <a:xfrm>
            <a:off x="3830219" y="2874305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63DFE-4DE0-D17D-833F-0BA66DEA7EC1}"/>
              </a:ext>
            </a:extLst>
          </p:cNvPr>
          <p:cNvSpPr txBox="1"/>
          <p:nvPr/>
        </p:nvSpPr>
        <p:spPr>
          <a:xfrm>
            <a:off x="2077619" y="2874323"/>
            <a:ext cx="1152000" cy="1107996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40B09-8F0F-6EFA-DD9C-B21E64621669}"/>
              </a:ext>
            </a:extLst>
          </p:cNvPr>
          <p:cNvSpPr txBox="1"/>
          <p:nvPr/>
        </p:nvSpPr>
        <p:spPr>
          <a:xfrm>
            <a:off x="1235144" y="3602519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92EA5-C0EB-A9C3-6336-304259C476CB}"/>
              </a:ext>
            </a:extLst>
          </p:cNvPr>
          <p:cNvSpPr txBox="1"/>
          <p:nvPr/>
        </p:nvSpPr>
        <p:spPr>
          <a:xfrm>
            <a:off x="6324076" y="361007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1A5F4-B3E4-1A33-5C84-FFCA256B9DB3}"/>
              </a:ext>
            </a:extLst>
          </p:cNvPr>
          <p:cNvSpPr txBox="1"/>
          <p:nvPr/>
        </p:nvSpPr>
        <p:spPr>
          <a:xfrm>
            <a:off x="4729068" y="3587344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2BAD4-1D58-B90A-686E-1802C919B3C2}"/>
              </a:ext>
            </a:extLst>
          </p:cNvPr>
          <p:cNvSpPr txBox="1"/>
          <p:nvPr/>
        </p:nvSpPr>
        <p:spPr>
          <a:xfrm>
            <a:off x="2978024" y="3591395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9AD31-B2AC-9D2A-0450-BCCAB5B0D5A7}"/>
              </a:ext>
            </a:extLst>
          </p:cNvPr>
          <p:cNvSpPr txBox="1"/>
          <p:nvPr/>
        </p:nvSpPr>
        <p:spPr>
          <a:xfrm>
            <a:off x="5350716" y="521543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5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4AC30-6493-C7D2-89E5-5B2FFC4EDC23}"/>
              </a:ext>
            </a:extLst>
          </p:cNvPr>
          <p:cNvSpPr txBox="1"/>
          <p:nvPr/>
        </p:nvSpPr>
        <p:spPr>
          <a:xfrm>
            <a:off x="7179515" y="521543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1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A6C56-F815-E65B-39C1-1EC6B84AB010}"/>
              </a:ext>
            </a:extLst>
          </p:cNvPr>
          <p:cNvSpPr txBox="1"/>
          <p:nvPr/>
        </p:nvSpPr>
        <p:spPr>
          <a:xfrm>
            <a:off x="8836671" y="521543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4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060F3-6E3D-50D2-581A-98AE49D51205}"/>
              </a:ext>
            </a:extLst>
          </p:cNvPr>
          <p:cNvSpPr txBox="1"/>
          <p:nvPr/>
        </p:nvSpPr>
        <p:spPr>
          <a:xfrm>
            <a:off x="10303715" y="521543"/>
            <a:ext cx="1152000" cy="110799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n w="19050">
                  <a:solidFill>
                    <a:schemeClr val="tx1"/>
                  </a:solidFill>
                </a:ln>
              </a:rPr>
              <a:t>2</a:t>
            </a:r>
            <a:endParaRPr lang="en-IN" sz="6600" dirty="0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E4AD47-A98B-DFFC-1E63-5F030B173211}"/>
              </a:ext>
            </a:extLst>
          </p:cNvPr>
          <p:cNvSpPr txBox="1"/>
          <p:nvPr/>
        </p:nvSpPr>
        <p:spPr>
          <a:xfrm>
            <a:off x="6232126" y="125129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0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6D902-33E6-0C2F-F306-FD1392A07C26}"/>
              </a:ext>
            </a:extLst>
          </p:cNvPr>
          <p:cNvSpPr txBox="1"/>
          <p:nvPr/>
        </p:nvSpPr>
        <p:spPr>
          <a:xfrm>
            <a:off x="11197233" y="1241886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3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78CE0-5A7D-2273-33B5-3799FD81736D}"/>
              </a:ext>
            </a:extLst>
          </p:cNvPr>
          <p:cNvSpPr txBox="1"/>
          <p:nvPr/>
        </p:nvSpPr>
        <p:spPr>
          <a:xfrm>
            <a:off x="9751627" y="1250682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762E1C-945B-A935-0576-4E20877E3A64}"/>
              </a:ext>
            </a:extLst>
          </p:cNvPr>
          <p:cNvSpPr txBox="1"/>
          <p:nvPr/>
        </p:nvSpPr>
        <p:spPr>
          <a:xfrm>
            <a:off x="8070256" y="1234924"/>
            <a:ext cx="25192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1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1270F3-E119-E652-5929-7239760401B8}"/>
              </a:ext>
            </a:extLst>
          </p:cNvPr>
          <p:cNvSpPr txBox="1"/>
          <p:nvPr/>
        </p:nvSpPr>
        <p:spPr>
          <a:xfrm>
            <a:off x="5788671" y="523489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Bubble Sort is a simple comparison-based sorting algorithm that repeatedly compares and swaps adjacent elements until the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38623092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859</Words>
  <Application>Microsoft Office PowerPoint</Application>
  <PresentationFormat>Widescreen</PresentationFormat>
  <Paragraphs>260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N</dc:creator>
  <cp:lastModifiedBy>S N</cp:lastModifiedBy>
  <cp:revision>1</cp:revision>
  <dcterms:created xsi:type="dcterms:W3CDTF">2026-06-20T15:08:27Z</dcterms:created>
  <dcterms:modified xsi:type="dcterms:W3CDTF">2026-06-20T16:26:35Z</dcterms:modified>
</cp:coreProperties>
</file>